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1320" y="4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697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2192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97422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53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7279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33810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22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115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8088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0393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441101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165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8469134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07012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05925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1569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92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 smtClean="0"/>
              <a:t>Project Overview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2282" y="1570654"/>
            <a:ext cx="6347714" cy="388077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Project Title:</a:t>
            </a:r>
          </a:p>
          <a:p>
            <a:r>
              <a:rPr lang="en-US" sz="1600" dirty="0"/>
              <a:t>Driver Allocation Optimization Using Machine Learning</a:t>
            </a:r>
          </a:p>
          <a:p>
            <a:pPr marL="0" indent="0">
              <a:buNone/>
            </a:pPr>
            <a:r>
              <a:rPr lang="en-US" b="1" dirty="0"/>
              <a:t>Dataset Overview:</a:t>
            </a:r>
          </a:p>
          <a:p>
            <a:r>
              <a:rPr lang="en-US" sz="1700" dirty="0"/>
              <a:t>Includes logs from a ride-hailing platform (similar to </a:t>
            </a:r>
            <a:r>
              <a:rPr lang="en-US" sz="1700" dirty="0" err="1"/>
              <a:t>GoJek</a:t>
            </a:r>
            <a:r>
              <a:rPr lang="en-US" sz="1700" dirty="0"/>
              <a:t>)</a:t>
            </a:r>
          </a:p>
          <a:p>
            <a:r>
              <a:rPr lang="en-US" sz="1700" dirty="0"/>
              <a:t>Two primary datasets:</a:t>
            </a:r>
          </a:p>
          <a:p>
            <a:pPr lvl="1"/>
            <a:r>
              <a:rPr lang="en-US" sz="1600" b="1" dirty="0"/>
              <a:t>Booking Log:</a:t>
            </a:r>
            <a:r>
              <a:rPr lang="en-US" sz="1600" dirty="0"/>
              <a:t> Details about ride requests (timestamps, pickup location, trip distance, etc.)</a:t>
            </a:r>
          </a:p>
          <a:p>
            <a:pPr lvl="1"/>
            <a:r>
              <a:rPr lang="en-US" sz="1600" b="1" dirty="0"/>
              <a:t>Participant Log:</a:t>
            </a:r>
            <a:r>
              <a:rPr lang="en-US" sz="1600" dirty="0"/>
              <a:t> Information about drivers available for allocation (driver attributes, location, status</a:t>
            </a:r>
            <a:r>
              <a:rPr lang="en-US" sz="1600" dirty="0" smtClean="0"/>
              <a:t>)</a:t>
            </a:r>
          </a:p>
          <a:p>
            <a:pPr lvl="1"/>
            <a:r>
              <a:rPr lang="en-US" sz="1600" dirty="0"/>
              <a:t>Data type: </a:t>
            </a:r>
            <a:r>
              <a:rPr lang="en-US" sz="1600" b="1" dirty="0"/>
              <a:t>Real-world operational data</a:t>
            </a:r>
            <a:r>
              <a:rPr lang="en-US" sz="1600" dirty="0"/>
              <a:t> containing time-series + geospatial + behavioral </a:t>
            </a:r>
            <a:r>
              <a:rPr lang="en-US" sz="1600" dirty="0" smtClean="0"/>
              <a:t>attributes</a:t>
            </a:r>
          </a:p>
          <a:p>
            <a:pPr lvl="1"/>
            <a:r>
              <a:rPr lang="en-US" sz="1600" dirty="0"/>
              <a:t>Purpose: Matching customers to the best available driver efficiently</a:t>
            </a:r>
            <a:endParaRPr lang="en-US" sz="16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Understanding &amp; Cleaning</a:t>
            </a:r>
            <a:endParaRPr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1611" y="1403506"/>
            <a:ext cx="8239433" cy="5454494"/>
          </a:xfrm>
        </p:spPr>
        <p:txBody>
          <a:bodyPr/>
          <a:lstStyle/>
          <a:p>
            <a:r>
              <a:rPr lang="en-US" b="1" dirty="0"/>
              <a:t>Data Overview</a:t>
            </a:r>
          </a:p>
          <a:p>
            <a:r>
              <a:rPr lang="en-US" dirty="0"/>
              <a:t>Dataset includes </a:t>
            </a:r>
            <a:r>
              <a:rPr lang="en-US" b="1" dirty="0"/>
              <a:t>booking logs</a:t>
            </a:r>
            <a:r>
              <a:rPr lang="en-US" dirty="0"/>
              <a:t>, </a:t>
            </a:r>
            <a:r>
              <a:rPr lang="en-US" b="1" dirty="0"/>
              <a:t>participant/driver logs</a:t>
            </a:r>
            <a:r>
              <a:rPr lang="en-US" dirty="0"/>
              <a:t>, and </a:t>
            </a:r>
            <a:r>
              <a:rPr lang="en-US" b="1" dirty="0"/>
              <a:t>test data</a:t>
            </a:r>
            <a:r>
              <a:rPr lang="en-US" dirty="0"/>
              <a:t>.</a:t>
            </a:r>
          </a:p>
          <a:p>
            <a:r>
              <a:rPr lang="en-US" dirty="0"/>
              <a:t>Contains information about </a:t>
            </a:r>
            <a:r>
              <a:rPr lang="en-US" b="1" dirty="0"/>
              <a:t>orders, drivers, trip details, timestamps, and geographic coordinates</a:t>
            </a:r>
            <a:r>
              <a:rPr lang="en-US" dirty="0"/>
              <a:t>.</a:t>
            </a:r>
          </a:p>
          <a:p>
            <a:r>
              <a:rPr lang="en-US" b="1" dirty="0"/>
              <a:t>Data Quality </a:t>
            </a:r>
            <a:r>
              <a:rPr lang="en-US" b="1" dirty="0" smtClean="0"/>
              <a:t>Observations</a:t>
            </a:r>
          </a:p>
          <a:p>
            <a:r>
              <a:rPr lang="en-US" dirty="0"/>
              <a:t>Missing values in key fields such as</a:t>
            </a:r>
            <a:r>
              <a:rPr lang="en-US" dirty="0" smtClean="0"/>
              <a:t>:</a:t>
            </a:r>
          </a:p>
          <a:p>
            <a:r>
              <a:rPr lang="en-US" dirty="0" err="1" smtClean="0"/>
              <a:t>event_timestamp</a:t>
            </a:r>
            <a:endParaRPr lang="en-US" dirty="0" smtClean="0"/>
          </a:p>
          <a:p>
            <a:r>
              <a:rPr lang="en-US" dirty="0" err="1"/>
              <a:t>driver_accept_rate</a:t>
            </a:r>
            <a:r>
              <a:rPr lang="en-US" dirty="0"/>
              <a:t>, </a:t>
            </a:r>
            <a:r>
              <a:rPr lang="en-US" dirty="0" err="1" smtClean="0"/>
              <a:t>driver_total</a:t>
            </a:r>
            <a:endParaRPr lang="en-US" dirty="0"/>
          </a:p>
          <a:p>
            <a:r>
              <a:rPr lang="en-US" dirty="0" err="1"/>
              <a:t>trip_distance</a:t>
            </a:r>
            <a:r>
              <a:rPr lang="en-US" dirty="0"/>
              <a:t>, </a:t>
            </a:r>
            <a:r>
              <a:rPr lang="en-US" dirty="0" err="1"/>
              <a:t>pickup_latitude</a:t>
            </a:r>
            <a:r>
              <a:rPr lang="en-US" dirty="0"/>
              <a:t>, </a:t>
            </a:r>
            <a:r>
              <a:rPr lang="en-US" dirty="0" err="1" smtClean="0"/>
              <a:t>pickup_longitude</a:t>
            </a:r>
            <a:endParaRPr lang="en-US" dirty="0" smtClean="0"/>
          </a:p>
          <a:p>
            <a:r>
              <a:rPr lang="en-US" dirty="0"/>
              <a:t>Inconsistent formats for timestamps (UTC strings).</a:t>
            </a:r>
          </a:p>
          <a:p>
            <a:r>
              <a:rPr lang="en-US" dirty="0"/>
              <a:t>Numerical columns containing zero-values that are not valid (e.g., distance = 0).</a:t>
            </a:r>
          </a:p>
          <a:p>
            <a:r>
              <a:rPr lang="en-US" dirty="0"/>
              <a:t>Categorical columns stored as string but requiring encoding.</a:t>
            </a:r>
          </a:p>
          <a:p>
            <a:endParaRPr lang="en-US" dirty="0" smtClean="0"/>
          </a:p>
          <a:p>
            <a:endParaRPr lang="en-US" b="1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6" name="Rectangle 13"/>
          <p:cNvSpPr>
            <a:spLocks noChangeArrowheads="1"/>
          </p:cNvSpPr>
          <p:nvPr/>
        </p:nvSpPr>
        <p:spPr bwMode="auto">
          <a:xfrm>
            <a:off x="0" y="-230833"/>
            <a:ext cx="26481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4966" y="312126"/>
            <a:ext cx="7423357" cy="5656056"/>
          </a:xfrm>
        </p:spPr>
        <p:txBody>
          <a:bodyPr>
            <a:normAutofit/>
          </a:bodyPr>
          <a:lstStyle/>
          <a:p>
            <a:r>
              <a:rPr lang="en-US" b="1" dirty="0"/>
              <a:t>Cleaning &amp; Preprocessing Steps</a:t>
            </a:r>
          </a:p>
          <a:p>
            <a:r>
              <a:rPr lang="en-US" b="1" dirty="0"/>
              <a:t>Missing Value Handling</a:t>
            </a:r>
            <a:endParaRPr lang="en-US" dirty="0"/>
          </a:p>
          <a:p>
            <a:pPr lvl="1"/>
            <a:r>
              <a:rPr lang="en-US" sz="1400" dirty="0"/>
              <a:t>Numeric columns → filled using </a:t>
            </a:r>
            <a:r>
              <a:rPr lang="en-US" sz="1400" b="1" dirty="0"/>
              <a:t>mean/median imputation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Categorical columns → filled using </a:t>
            </a:r>
            <a:r>
              <a:rPr lang="en-US" sz="1400" b="1" dirty="0"/>
              <a:t>mode</a:t>
            </a:r>
            <a:r>
              <a:rPr lang="en-US" sz="1400" dirty="0"/>
              <a:t>.</a:t>
            </a:r>
          </a:p>
          <a:p>
            <a:pPr lvl="1"/>
            <a:r>
              <a:rPr lang="en-US" sz="1400" dirty="0"/>
              <a:t>Timestamps → converted to </a:t>
            </a:r>
            <a:r>
              <a:rPr lang="en-US" sz="1400" b="1" dirty="0" err="1"/>
              <a:t>datetime</a:t>
            </a:r>
            <a:r>
              <a:rPr lang="en-US" sz="1400" b="1" dirty="0"/>
              <a:t> format</a:t>
            </a:r>
            <a:r>
              <a:rPr lang="en-US" sz="1400" dirty="0"/>
              <a:t>.</a:t>
            </a:r>
          </a:p>
          <a:p>
            <a:r>
              <a:rPr lang="en-US" b="1" dirty="0"/>
              <a:t>Feature Engineering</a:t>
            </a:r>
            <a:endParaRPr lang="en-US" dirty="0"/>
          </a:p>
          <a:p>
            <a:r>
              <a:rPr lang="en-US" sz="1400" dirty="0"/>
              <a:t>Extracted </a:t>
            </a:r>
            <a:r>
              <a:rPr lang="en-US" sz="1400" dirty="0" err="1"/>
              <a:t>event_hour</a:t>
            </a:r>
            <a:r>
              <a:rPr lang="en-US" sz="1400" dirty="0"/>
              <a:t> from timestamp</a:t>
            </a:r>
            <a:r>
              <a:rPr lang="en-US" sz="1400" dirty="0" smtClean="0"/>
              <a:t>.</a:t>
            </a:r>
          </a:p>
          <a:p>
            <a:r>
              <a:rPr lang="en-US" sz="1400" dirty="0"/>
              <a:t>Created new feature: </a:t>
            </a:r>
            <a:r>
              <a:rPr lang="en-US" sz="1400" dirty="0" err="1"/>
              <a:t>driver_distance_to_pickup</a:t>
            </a:r>
            <a:r>
              <a:rPr lang="en-US" sz="1400" dirty="0"/>
              <a:t> using </a:t>
            </a:r>
            <a:r>
              <a:rPr lang="en-US" sz="1400" dirty="0" err="1"/>
              <a:t>Haversine</a:t>
            </a:r>
            <a:r>
              <a:rPr lang="en-US" sz="1400" dirty="0"/>
              <a:t> formula</a:t>
            </a:r>
            <a:r>
              <a:rPr lang="en-US" sz="1400" dirty="0" smtClean="0"/>
              <a:t>.</a:t>
            </a:r>
            <a:endParaRPr lang="en-US" sz="1400" dirty="0"/>
          </a:p>
          <a:p>
            <a:r>
              <a:rPr lang="en-US" sz="1400" dirty="0"/>
              <a:t>Combined booking &amp; driver data into a single processed dataset</a:t>
            </a:r>
            <a:r>
              <a:rPr lang="en-US" dirty="0" smtClean="0"/>
              <a:t>.</a:t>
            </a:r>
          </a:p>
          <a:p>
            <a:r>
              <a:rPr lang="en-US" b="1" dirty="0"/>
              <a:t>Challenges </a:t>
            </a:r>
            <a:r>
              <a:rPr lang="en-US" b="1" dirty="0" smtClean="0"/>
              <a:t>Faced</a:t>
            </a:r>
            <a:endParaRPr lang="en-US" b="1" dirty="0"/>
          </a:p>
          <a:p>
            <a:r>
              <a:rPr lang="en-US" sz="1400" dirty="0"/>
              <a:t>Large number of missing values in raw logs</a:t>
            </a:r>
            <a:r>
              <a:rPr lang="en-US" sz="1400" dirty="0" smtClean="0"/>
              <a:t>.</a:t>
            </a:r>
            <a:endParaRPr lang="en-US" sz="1400" dirty="0"/>
          </a:p>
          <a:p>
            <a:r>
              <a:rPr lang="en-US" sz="1400" dirty="0"/>
              <a:t>Some drivers had incomplete historical data → required fallback imputation</a:t>
            </a:r>
            <a:r>
              <a:rPr lang="en-US" sz="1400" dirty="0" smtClean="0"/>
              <a:t>.</a:t>
            </a:r>
          </a:p>
          <a:p>
            <a:r>
              <a:rPr lang="en-US" sz="1400" dirty="0"/>
              <a:t>Inconsistent geographic values requiring validation</a:t>
            </a:r>
            <a:r>
              <a:rPr lang="en-US" sz="1400" dirty="0" smtClean="0"/>
              <a:t>.</a:t>
            </a:r>
            <a:endParaRPr lang="en-US" sz="1400" dirty="0"/>
          </a:p>
          <a:p>
            <a:r>
              <a:rPr lang="en-US" sz="1400" dirty="0"/>
              <a:t>Data schema mismatch between </a:t>
            </a:r>
            <a:r>
              <a:rPr lang="en-US" sz="1400" dirty="0" err="1"/>
              <a:t>booking_log</a:t>
            </a:r>
            <a:r>
              <a:rPr lang="en-US" sz="1400" dirty="0"/>
              <a:t> and </a:t>
            </a:r>
            <a:r>
              <a:rPr lang="en-US" sz="1400" dirty="0" err="1"/>
              <a:t>participant_log</a:t>
            </a:r>
            <a:r>
              <a:rPr lang="en-US" dirty="0"/>
              <a:t>.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Approach / Methodology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107" y="1501828"/>
            <a:ext cx="7836311" cy="4574507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Workflow</a:t>
            </a:r>
          </a:p>
          <a:p>
            <a:r>
              <a:rPr lang="en-US" sz="1400" dirty="0"/>
              <a:t>Data Loading → Preprocessing → Feature Engineering → Model Training → Evaluation → Prediction</a:t>
            </a:r>
          </a:p>
          <a:p>
            <a:r>
              <a:rPr lang="en-US" b="1" dirty="0"/>
              <a:t>Techniques Used</a:t>
            </a:r>
          </a:p>
          <a:p>
            <a:r>
              <a:rPr lang="en-US" sz="1400" dirty="0"/>
              <a:t>Applied ML model (e.g., Random Forest / </a:t>
            </a:r>
            <a:r>
              <a:rPr lang="en-US" sz="1400" dirty="0" err="1"/>
              <a:t>XGBoost</a:t>
            </a:r>
            <a:r>
              <a:rPr lang="en-US" sz="1400" dirty="0"/>
              <a:t>) for classification</a:t>
            </a:r>
          </a:p>
          <a:p>
            <a:r>
              <a:rPr lang="en-US" sz="1400" dirty="0"/>
              <a:t>Feature engineering to extract meaningful signals</a:t>
            </a:r>
          </a:p>
          <a:p>
            <a:r>
              <a:rPr lang="en-US" sz="1400" dirty="0"/>
              <a:t>Data normalization &amp; encoding for consistent model </a:t>
            </a:r>
            <a:r>
              <a:rPr lang="en-US" sz="1400" dirty="0" smtClean="0"/>
              <a:t>input</a:t>
            </a:r>
          </a:p>
          <a:p>
            <a:r>
              <a:rPr lang="en-US" sz="1400" b="1" dirty="0"/>
              <a:t>Why This Approach</a:t>
            </a:r>
          </a:p>
          <a:p>
            <a:r>
              <a:rPr lang="en-US" sz="1400" dirty="0"/>
              <a:t>Chosen model handles non-linear patterns well</a:t>
            </a:r>
          </a:p>
          <a:p>
            <a:r>
              <a:rPr lang="en-US" sz="1400" dirty="0"/>
              <a:t>Robust to missing values &amp; mixed feature types</a:t>
            </a:r>
          </a:p>
          <a:p>
            <a:r>
              <a:rPr lang="en-US" sz="1400" dirty="0"/>
              <a:t>Delivers strong baseline performance with minimal tuning</a:t>
            </a:r>
          </a:p>
          <a:p>
            <a:r>
              <a:rPr lang="en-US" sz="1400" b="1" dirty="0"/>
              <a:t>Validation Strategy</a:t>
            </a:r>
          </a:p>
          <a:p>
            <a:r>
              <a:rPr lang="en-US" sz="1400" dirty="0"/>
              <a:t>Train–test split to evaluate generalization</a:t>
            </a:r>
          </a:p>
          <a:p>
            <a:r>
              <a:rPr lang="en-US" sz="1400" dirty="0"/>
              <a:t>Metrics: Accuracy, Precision, Recall, ROC-AUC</a:t>
            </a:r>
          </a:p>
          <a:p>
            <a:endParaRPr lang="en-US" sz="1400" dirty="0"/>
          </a:p>
          <a:p>
            <a:pPr marL="0" indent="0">
              <a:buNone/>
            </a:pPr>
            <a:endParaRPr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Results &amp; Insights</a:t>
            </a:r>
            <a:br>
              <a:rPr lang="en-US" dirty="0" smtClean="0"/>
            </a:br>
            <a:r>
              <a:rPr lang="en-US" dirty="0" smtClean="0"/>
              <a:t> 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1948" y="1413338"/>
            <a:ext cx="7836310" cy="5528236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Model </a:t>
            </a:r>
            <a:r>
              <a:rPr lang="en-US" dirty="0" smtClean="0"/>
              <a:t>Performance</a:t>
            </a:r>
          </a:p>
          <a:p>
            <a:pPr marL="0" indent="0">
              <a:buNone/>
            </a:pPr>
            <a:r>
              <a:rPr lang="en-US" dirty="0"/>
              <a:t>Achieved strong predictive performance on the evaluation </a:t>
            </a:r>
            <a:r>
              <a:rPr lang="en-US" dirty="0" smtClean="0"/>
              <a:t>set</a:t>
            </a:r>
          </a:p>
          <a:p>
            <a:r>
              <a:rPr lang="en-US" dirty="0"/>
              <a:t>Key metrics:</a:t>
            </a:r>
          </a:p>
          <a:p>
            <a:r>
              <a:rPr lang="en-US" b="1" dirty="0" smtClean="0"/>
              <a:t>Accuracy:</a:t>
            </a:r>
            <a:r>
              <a:rPr lang="en-US" dirty="0" smtClean="0"/>
              <a:t>544748756739543</a:t>
            </a:r>
          </a:p>
          <a:p>
            <a:r>
              <a:rPr lang="en-US" b="1" dirty="0" smtClean="0"/>
              <a:t>ROC-AUC:</a:t>
            </a:r>
            <a:r>
              <a:rPr lang="en-US" dirty="0" smtClean="0"/>
              <a:t> 0.5714272833974238</a:t>
            </a:r>
          </a:p>
          <a:p>
            <a:r>
              <a:rPr lang="en-US" b="1" dirty="0" smtClean="0"/>
              <a:t>Precision :</a:t>
            </a:r>
            <a:r>
              <a:rPr lang="en-US" dirty="0" smtClean="0"/>
              <a:t> 5065372641209734</a:t>
            </a:r>
            <a:endParaRPr lang="en-US" dirty="0"/>
          </a:p>
          <a:p>
            <a:r>
              <a:rPr lang="en-US" b="1" dirty="0"/>
              <a:t>F1-Score:</a:t>
            </a:r>
            <a:r>
              <a:rPr lang="en-US" dirty="0"/>
              <a:t> </a:t>
            </a:r>
            <a:r>
              <a:rPr lang="en-US" dirty="0" smtClean="0"/>
              <a:t>49202279075954415</a:t>
            </a:r>
            <a:endParaRPr lang="en-US" dirty="0"/>
          </a:p>
          <a:p>
            <a:r>
              <a:rPr lang="en-US" b="1" dirty="0"/>
              <a:t>Important Observations</a:t>
            </a:r>
          </a:p>
          <a:p>
            <a:r>
              <a:rPr lang="en-US" sz="1400" dirty="0"/>
              <a:t>Feature engineering (distance, rate, latency, timestamps) significantly improved model accuracy</a:t>
            </a:r>
          </a:p>
          <a:p>
            <a:r>
              <a:rPr lang="en-US" sz="1400" dirty="0"/>
              <a:t>Model effectively identifies top driver candidates for each order</a:t>
            </a:r>
          </a:p>
          <a:p>
            <a:r>
              <a:rPr lang="en-US" sz="1400" dirty="0"/>
              <a:t>Good balance between false positives &amp; false negatives after tuning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7083" y="117987"/>
            <a:ext cx="6347713" cy="1320800"/>
          </a:xfrm>
        </p:spPr>
        <p:txBody>
          <a:bodyPr/>
          <a:lstStyle/>
          <a:p>
            <a:r>
              <a:rPr lang="en-US" dirty="0"/>
              <a:t>Challenges, Learnings &amp; Next Steps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570654"/>
            <a:ext cx="6347714" cy="388077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Challenges:</a:t>
            </a:r>
            <a:endParaRPr lang="en-US" dirty="0"/>
          </a:p>
          <a:p>
            <a:r>
              <a:rPr lang="en-US" dirty="0"/>
              <a:t>Missing and inconsistent log data</a:t>
            </a:r>
          </a:p>
          <a:p>
            <a:r>
              <a:rPr lang="en-US" dirty="0"/>
              <a:t>Feature extraction from raw timestamps</a:t>
            </a:r>
          </a:p>
          <a:p>
            <a:r>
              <a:rPr lang="en-US" dirty="0"/>
              <a:t>Handling multiple candidate drivers per order</a:t>
            </a:r>
          </a:p>
          <a:p>
            <a:r>
              <a:rPr lang="en-US" b="1" dirty="0"/>
              <a:t>Learnings:</a:t>
            </a:r>
            <a:endParaRPr lang="en-US" dirty="0"/>
          </a:p>
          <a:p>
            <a:r>
              <a:rPr lang="en-US" dirty="0"/>
              <a:t>Importance of robust preprocessing</a:t>
            </a:r>
          </a:p>
          <a:p>
            <a:r>
              <a:rPr lang="en-US" dirty="0"/>
              <a:t>Feature engineering improves model accuracy</a:t>
            </a:r>
          </a:p>
          <a:p>
            <a:r>
              <a:rPr lang="en-US" b="1" dirty="0"/>
              <a:t>Next Steps:</a:t>
            </a:r>
            <a:endParaRPr lang="en-US" dirty="0"/>
          </a:p>
          <a:p>
            <a:r>
              <a:rPr lang="en-US" dirty="0"/>
              <a:t>Try </a:t>
            </a:r>
            <a:r>
              <a:rPr lang="en-US" dirty="0" err="1"/>
              <a:t>hyperparameter</a:t>
            </a:r>
            <a:r>
              <a:rPr lang="en-US" dirty="0"/>
              <a:t> tuning</a:t>
            </a:r>
          </a:p>
          <a:p>
            <a:r>
              <a:rPr lang="en-US" dirty="0"/>
              <a:t>Use advanced models (</a:t>
            </a:r>
            <a:r>
              <a:rPr lang="en-US" dirty="0" err="1"/>
              <a:t>LightGBM</a:t>
            </a:r>
            <a:r>
              <a:rPr lang="en-US" dirty="0"/>
              <a:t>, </a:t>
            </a:r>
            <a:r>
              <a:rPr lang="en-US" dirty="0" err="1"/>
              <a:t>CatBoost</a:t>
            </a:r>
            <a:r>
              <a:rPr lang="en-US" dirty="0"/>
              <a:t>)</a:t>
            </a:r>
          </a:p>
          <a:p>
            <a:r>
              <a:rPr lang="en-US" dirty="0"/>
              <a:t>Add real-time features (traffic, surge pricing)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71</TotalTime>
  <Words>472</Words>
  <Application>Microsoft Office PowerPoint</Application>
  <PresentationFormat>On-screen Show (4:3)</PresentationFormat>
  <Paragraphs>75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Facet</vt:lpstr>
      <vt:lpstr>Project Overview</vt:lpstr>
      <vt:lpstr>Data Understanding &amp; Cleaning</vt:lpstr>
      <vt:lpstr>PowerPoint Presentation</vt:lpstr>
      <vt:lpstr>Approach / Methodology</vt:lpstr>
      <vt:lpstr>Results &amp; Insights  </vt:lpstr>
      <vt:lpstr>Challenges, Learnings &amp; 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Overview</dc:title>
  <dc:subject/>
  <dc:creator>asus</dc:creator>
  <cp:keywords/>
  <dc:description>generated using python-pptx</dc:description>
  <cp:lastModifiedBy>asus</cp:lastModifiedBy>
  <cp:revision>10</cp:revision>
  <dcterms:created xsi:type="dcterms:W3CDTF">2013-01-27T09:14:16Z</dcterms:created>
  <dcterms:modified xsi:type="dcterms:W3CDTF">2025-11-18T12:34:06Z</dcterms:modified>
  <cp:category/>
</cp:coreProperties>
</file>